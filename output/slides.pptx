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2.1.2 A SHORT HISTORY OF PROFESSIONAL DESIGN Architecture has the claim to being the oldest design discipline.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well-known example is the problem of describing to someone else how to ride a bicycle.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Here, prototypes are often very dissimilar from each other to explore fundamentally different design options.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Through both phases, project specifications are derived from the prototypes.</a:t>
            </a:r>
          </a:p>
        </p:txBody>
      </p:sp>
      <p:pic>
        <p:nvPicPr>
          <p:cNvPr id="4" name="Picture 3" descr="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advocated by designers, which are created with the expectation of being discarded.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2.2.2.1 Quantifying the Value of Prototyping The ideal experimental result in favor of prototyping would be that prototyping leads to...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most concrete result to date is reported by Dow et al.</a:t>
            </a:r>
          </a:p>
        </p:txBody>
      </p:sp>
      <p:pic>
        <p:nvPicPr>
          <p:cNvPr id="4" name="Picture 3" descr="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2.2.1 PROTOTYPES, DEFINED The notion of a prototype is overloaded and there is no generally agreed upon definition.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addition, more emphasis is placed on capturing and documenting what questions a prototype explored, and what was learned from it.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to practical ends‖ [31]); and science (the development of generalizable knowledge through observation, experimentation and hypothesis testing).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more pragmatic characterization would be that design is what professional designers do.</a:t>
            </a:r>
          </a:p>
        </p:txBody>
      </p:sp>
      <p:pic>
        <p:nvPicPr>
          <p:cNvPr id="4" name="Picture 3" descr="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